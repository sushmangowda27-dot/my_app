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&amp;middot; ](https://github.com/facebook/react/blob/main/LICENSE) ](https://www.npmjs.com/package/react) ](https://github.com/facebook/react/actions/workflows/runtime_build_and_test.yml) ](https://github.com/facebook/react/actions/workflows/compiler_typescript.yml) ](https://legacy.reactjs.org/docs/how-to-contribute.htmlyour-first-pull-request)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 Generated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Node.js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 [React](https://react.dev/) &amp;middot; [![GitHub license](https://img.shields.io/badge/license-MIT-blue.svg)](https://github.com/facebook/react/blob/main/LICENSE) [![npm version](https://img.shields.io/npm/v/react.svg?style=flat)](https://www.npmjs.com/package/react) [![(Runtime) Build and Test](https://github.com/facebook/react/actions/workflows/runtime_build_and_test.yml/badge.svg)](https://github.com/facebook/react/actions/workflows/runtime_build_and_test.yml) [![(Compiler) TypeScript](https://github.com/facebook/react/actions/workflows/compiler_typescript.yml/badge.svg?branch=main)](https://github.com/facebook/react/actions/workflows/compiler_typescript.yml) [![PRs Welcome](https://img.shields.io/badge/PRs-welcome-brightgreen.svg)](https://legacy.reactjs.org/docs/how-to-contribute.html#your-first-pull-request)</a:t>
            </a:r>
          </a:p>
          <a:p/>
          <a:p>
            <a:r>
              <a:t>React is a JavaScript library for building user interfaces.</a:t>
            </a:r>
          </a:p>
          <a:p/>
          <a:p>
            <a:r>
              <a:t>* **Declarative:** React makes it painless to create interactive UIs. Design simple views for each state in your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Info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Files: 7166</a:t>
            </a:r>
          </a:p>
          <a:p>
            <a:r>
              <a:t>Tech Stack: Node.js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